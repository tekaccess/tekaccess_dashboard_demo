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DM Sans" pitchFamily="2" charset="0"/>
      <p:regular r:id="rId3"/>
      <p:bold r:id="rId4"/>
    </p:embeddedFont>
    <p:embeddedFont>
      <p:font typeface="DM Sans Bold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75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96554" y="9185115"/>
            <a:ext cx="202347" cy="202347"/>
          </a:xfrm>
          <a:custGeom>
            <a:avLst/>
            <a:gdLst/>
            <a:ahLst/>
            <a:cxnLst/>
            <a:rect l="l" t="t" r="r" b="b"/>
            <a:pathLst>
              <a:path w="202347" h="202347">
                <a:moveTo>
                  <a:pt x="0" y="0"/>
                </a:moveTo>
                <a:lnTo>
                  <a:pt x="202347" y="0"/>
                </a:lnTo>
                <a:lnTo>
                  <a:pt x="202347" y="202347"/>
                </a:lnTo>
                <a:lnTo>
                  <a:pt x="0" y="2023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47077" y="9190357"/>
            <a:ext cx="187204" cy="184822"/>
          </a:xfrm>
          <a:custGeom>
            <a:avLst/>
            <a:gdLst/>
            <a:ahLst/>
            <a:cxnLst/>
            <a:rect l="l" t="t" r="r" b="b"/>
            <a:pathLst>
              <a:path w="187204" h="184822">
                <a:moveTo>
                  <a:pt x="0" y="0"/>
                </a:moveTo>
                <a:lnTo>
                  <a:pt x="187205" y="0"/>
                </a:lnTo>
                <a:lnTo>
                  <a:pt x="187205" y="184822"/>
                </a:lnTo>
                <a:lnTo>
                  <a:pt x="0" y="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546850" y="9149082"/>
            <a:ext cx="249688" cy="277431"/>
          </a:xfrm>
          <a:custGeom>
            <a:avLst/>
            <a:gdLst/>
            <a:ahLst/>
            <a:cxnLst/>
            <a:rect l="l" t="t" r="r" b="b"/>
            <a:pathLst>
              <a:path w="249688" h="277431">
                <a:moveTo>
                  <a:pt x="0" y="0"/>
                </a:moveTo>
                <a:lnTo>
                  <a:pt x="249687" y="0"/>
                </a:lnTo>
                <a:lnTo>
                  <a:pt x="249687" y="277431"/>
                </a:lnTo>
                <a:lnTo>
                  <a:pt x="0" y="2774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520366" y="8991920"/>
            <a:ext cx="6048008" cy="95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16510" y="1564973"/>
            <a:ext cx="2869074" cy="735615"/>
            <a:chOff x="0" y="0"/>
            <a:chExt cx="1977573" cy="266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77573" cy="266521"/>
            </a:xfrm>
            <a:custGeom>
              <a:avLst/>
              <a:gdLst/>
              <a:ahLst/>
              <a:cxnLst/>
              <a:rect l="l" t="t" r="r" b="b"/>
              <a:pathLst>
                <a:path w="1977573" h="266521">
                  <a:moveTo>
                    <a:pt x="1774373" y="0"/>
                  </a:moveTo>
                  <a:lnTo>
                    <a:pt x="0" y="0"/>
                  </a:lnTo>
                  <a:lnTo>
                    <a:pt x="0" y="266521"/>
                  </a:lnTo>
                  <a:lnTo>
                    <a:pt x="1774373" y="266521"/>
                  </a:lnTo>
                  <a:lnTo>
                    <a:pt x="1977573" y="133260"/>
                  </a:lnTo>
                  <a:lnTo>
                    <a:pt x="1774373" y="0"/>
                  </a:lnTo>
                  <a:close/>
                </a:path>
              </a:pathLst>
            </a:custGeom>
            <a:solidFill>
              <a:srgbClr val="D621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63273" cy="304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4679" y="4993111"/>
            <a:ext cx="502914" cy="1793116"/>
            <a:chOff x="0" y="0"/>
            <a:chExt cx="180233" cy="6426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0233" cy="642612"/>
            </a:xfrm>
            <a:custGeom>
              <a:avLst/>
              <a:gdLst/>
              <a:ahLst/>
              <a:cxnLst/>
              <a:rect l="l" t="t" r="r" b="b"/>
              <a:pathLst>
                <a:path w="180233" h="642612">
                  <a:moveTo>
                    <a:pt x="0" y="0"/>
                  </a:moveTo>
                  <a:lnTo>
                    <a:pt x="180233" y="0"/>
                  </a:lnTo>
                  <a:lnTo>
                    <a:pt x="180233" y="642612"/>
                  </a:lnTo>
                  <a:lnTo>
                    <a:pt x="0" y="642612"/>
                  </a:lnTo>
                  <a:close/>
                </a:path>
              </a:pathLst>
            </a:custGeom>
            <a:solidFill>
              <a:srgbClr val="060B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0233" cy="680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400000">
            <a:off x="4213753" y="1873601"/>
            <a:ext cx="502914" cy="5766815"/>
            <a:chOff x="0" y="0"/>
            <a:chExt cx="180233" cy="20666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0233" cy="2066696"/>
            </a:xfrm>
            <a:custGeom>
              <a:avLst/>
              <a:gdLst/>
              <a:ahLst/>
              <a:cxnLst/>
              <a:rect l="l" t="t" r="r" b="b"/>
              <a:pathLst>
                <a:path w="180233" h="2066696">
                  <a:moveTo>
                    <a:pt x="0" y="0"/>
                  </a:moveTo>
                  <a:lnTo>
                    <a:pt x="180233" y="0"/>
                  </a:lnTo>
                  <a:lnTo>
                    <a:pt x="180233" y="2066696"/>
                  </a:lnTo>
                  <a:lnTo>
                    <a:pt x="0" y="2066696"/>
                  </a:lnTo>
                  <a:close/>
                </a:path>
              </a:pathLst>
            </a:custGeom>
            <a:solidFill>
              <a:srgbClr val="060B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0233" cy="2104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4441717"/>
            <a:ext cx="3356585" cy="715573"/>
            <a:chOff x="0" y="0"/>
            <a:chExt cx="2263964" cy="3729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63964" cy="372947"/>
            </a:xfrm>
            <a:custGeom>
              <a:avLst/>
              <a:gdLst/>
              <a:ahLst/>
              <a:cxnLst/>
              <a:rect l="l" t="t" r="r" b="b"/>
              <a:pathLst>
                <a:path w="2263964" h="372947">
                  <a:moveTo>
                    <a:pt x="2060764" y="0"/>
                  </a:moveTo>
                  <a:lnTo>
                    <a:pt x="0" y="0"/>
                  </a:lnTo>
                  <a:lnTo>
                    <a:pt x="0" y="372947"/>
                  </a:lnTo>
                  <a:lnTo>
                    <a:pt x="2060764" y="372947"/>
                  </a:lnTo>
                  <a:lnTo>
                    <a:pt x="2263964" y="186474"/>
                  </a:lnTo>
                  <a:lnTo>
                    <a:pt x="2060764" y="0"/>
                  </a:lnTo>
                  <a:close/>
                </a:path>
              </a:pathLst>
            </a:custGeom>
            <a:solidFill>
              <a:srgbClr val="D621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49664" cy="411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 flipV="1">
            <a:off x="942923" y="5447166"/>
            <a:ext cx="6080490" cy="1898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 flipV="1">
            <a:off x="784679" y="5922439"/>
            <a:ext cx="6095566" cy="2536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 flipV="1">
            <a:off x="784659" y="6324264"/>
            <a:ext cx="6080494" cy="1898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542570" y="154014"/>
            <a:ext cx="2309994" cy="1539033"/>
          </a:xfrm>
          <a:custGeom>
            <a:avLst/>
            <a:gdLst/>
            <a:ahLst/>
            <a:cxnLst/>
            <a:rect l="l" t="t" r="r" b="b"/>
            <a:pathLst>
              <a:path w="2309994" h="1539033">
                <a:moveTo>
                  <a:pt x="0" y="0"/>
                </a:moveTo>
                <a:lnTo>
                  <a:pt x="2309994" y="0"/>
                </a:lnTo>
                <a:lnTo>
                  <a:pt x="2309994" y="1539033"/>
                </a:lnTo>
                <a:lnTo>
                  <a:pt x="0" y="15390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338794" y="4636340"/>
            <a:ext cx="1472151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Description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29035" y="4626818"/>
            <a:ext cx="1116628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Quantity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41609" y="4593602"/>
            <a:ext cx="1021547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Unit Price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59245" y="4594456"/>
            <a:ext cx="1064168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Amount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7593" y="5087066"/>
            <a:ext cx="1801506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200" b="1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LINDI OPERATIONS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79163" y="5099195"/>
            <a:ext cx="1528753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48,000.00TSh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98925" y="5546036"/>
            <a:ext cx="1915810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Accommodation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52404" y="6002687"/>
            <a:ext cx="1676061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Officer Transport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79276" y="5530183"/>
            <a:ext cx="816146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1.00unit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479276" y="6002170"/>
            <a:ext cx="816146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1.00unit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87686" y="5575340"/>
            <a:ext cx="1064168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20,000.00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79162" y="5583120"/>
            <a:ext cx="1528753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20,000.00TSh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92683" y="6005009"/>
            <a:ext cx="928354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$3000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959245" y="5990881"/>
            <a:ext cx="1345549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20,000.00</a:t>
            </a: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TSh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84173" y="6729013"/>
            <a:ext cx="928354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Total :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04330" y="6713147"/>
            <a:ext cx="1292091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36,000.00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2107" y="8739131"/>
            <a:ext cx="2882263" cy="19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lang="en-US" sz="111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Thank you for choosing us!!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41321" y="2684651"/>
            <a:ext cx="2139235" cy="39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lang="en-US" sz="1200" dirty="0">
                <a:latin typeface="DM Sans"/>
                <a:ea typeface="DM Sans"/>
                <a:cs typeface="DM Sans"/>
                <a:sym typeface="DM Sans"/>
              </a:rPr>
              <a:t>Date</a:t>
            </a:r>
          </a:p>
          <a:p>
            <a:pPr algn="l">
              <a:lnSpc>
                <a:spcPts val="1554"/>
              </a:lnSpc>
            </a:pPr>
            <a:r>
              <a:rPr lang="en-US" sz="1200" dirty="0">
                <a:latin typeface="DM Sans"/>
                <a:ea typeface="DM Sans"/>
                <a:cs typeface="DM Sans"/>
                <a:sym typeface="DM Sans"/>
              </a:rPr>
              <a:t>22/03/2026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41321" y="2377975"/>
            <a:ext cx="1678488" cy="276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40"/>
              </a:lnSpc>
            </a:pPr>
            <a:r>
              <a:rPr lang="en-US" sz="1600" b="1" dirty="0"/>
              <a:t>OPERATIONS</a:t>
            </a:r>
            <a:r>
              <a:rPr lang="en-US" sz="1600" dirty="0"/>
              <a:t> </a:t>
            </a:r>
            <a:endParaRPr lang="en-US" sz="16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4516429" y="1761121"/>
            <a:ext cx="2209215" cy="181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54"/>
              </a:lnSpc>
            </a:pPr>
            <a:r>
              <a:rPr lang="en-US" sz="1110" spc="3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Date : 02/May/2023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79308" y="9190357"/>
            <a:ext cx="1288732" cy="19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54"/>
              </a:lnSpc>
            </a:pPr>
            <a:r>
              <a:rPr lang="en-US" sz="1200" dirty="0"/>
              <a:t>+250 788326 686</a:t>
            </a:r>
            <a:endParaRPr lang="en-US" sz="111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2968199" y="9210910"/>
            <a:ext cx="2228355" cy="604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lang="en-US" sz="111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TEKACCESS</a:t>
            </a:r>
          </a:p>
          <a:p>
            <a:pPr algn="l">
              <a:lnSpc>
                <a:spcPts val="1554"/>
              </a:lnSpc>
            </a:pPr>
            <a:r>
              <a:rPr lang="en-US" sz="111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13 KG 599 St, Gishushu </a:t>
            </a:r>
          </a:p>
          <a:p>
            <a:pPr algn="l">
              <a:lnSpc>
                <a:spcPts val="1554"/>
              </a:lnSpc>
            </a:pPr>
            <a:r>
              <a:rPr lang="en-US" sz="111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Kigali Rwanda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08232" y="9203513"/>
            <a:ext cx="1943973" cy="194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lang="en-US" sz="111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Email: info@tekaccess.rw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84679" y="4595750"/>
            <a:ext cx="465348" cy="27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endParaRPr lang="en-US" sz="16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845374" y="5093035"/>
            <a:ext cx="343957" cy="27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endParaRPr lang="en-US" sz="16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96852" y="1836683"/>
            <a:ext cx="2349998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54"/>
              </a:lnSpc>
            </a:pPr>
            <a:r>
              <a:rPr lang="en-US" sz="1400" b="1" dirty="0">
                <a:solidFill>
                  <a:schemeClr val="bg1"/>
                </a:solidFill>
              </a:rPr>
              <a:t>Vendor Bill BILL/2026/03/0086</a:t>
            </a:r>
            <a:endParaRPr lang="en-US" sz="1400" b="1" spc="39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" name="Freeform 61"/>
          <p:cNvSpPr/>
          <p:nvPr/>
        </p:nvSpPr>
        <p:spPr>
          <a:xfrm>
            <a:off x="-231106" y="9607488"/>
            <a:ext cx="7823324" cy="1186537"/>
          </a:xfrm>
          <a:custGeom>
            <a:avLst/>
            <a:gdLst/>
            <a:ahLst/>
            <a:cxnLst/>
            <a:rect l="l" t="t" r="r" b="b"/>
            <a:pathLst>
              <a:path w="7823324" h="1186537">
                <a:moveTo>
                  <a:pt x="0" y="0"/>
                </a:moveTo>
                <a:lnTo>
                  <a:pt x="7823324" y="0"/>
                </a:lnTo>
                <a:lnTo>
                  <a:pt x="7823324" y="1186537"/>
                </a:lnTo>
                <a:lnTo>
                  <a:pt x="0" y="1186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266395-2081-B26A-103F-DBC64FD32EBB}"/>
              </a:ext>
            </a:extLst>
          </p:cNvPr>
          <p:cNvSpPr txBox="1"/>
          <p:nvPr/>
        </p:nvSpPr>
        <p:spPr>
          <a:xfrm>
            <a:off x="2632277" y="849274"/>
            <a:ext cx="39108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“Built on trust. Delivered with Excellence.”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73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DM Sans Bold</vt:lpstr>
      <vt:lpstr>Arial</vt:lpstr>
      <vt:lpstr>Calibri</vt:lpstr>
      <vt:lpstr>DM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Red Professional Invoice</dc:title>
  <dc:creator>HP</dc:creator>
  <cp:lastModifiedBy>joy ntizimira</cp:lastModifiedBy>
  <cp:revision>3</cp:revision>
  <dcterms:created xsi:type="dcterms:W3CDTF">2006-08-16T00:00:00Z</dcterms:created>
  <dcterms:modified xsi:type="dcterms:W3CDTF">2026-03-25T11:02:54Z</dcterms:modified>
  <dc:identifier>DAHEqxkfs48</dc:identifier>
</cp:coreProperties>
</file>