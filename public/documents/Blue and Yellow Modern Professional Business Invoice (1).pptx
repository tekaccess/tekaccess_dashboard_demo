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48" d="100"/>
          <a:sy n="148" d="100"/>
        </p:scale>
        <p:origin x="127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7560000" cy="1428498"/>
            <a:chOff x="0" y="0"/>
            <a:chExt cx="2709333" cy="51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511941"/>
            </a:xfrm>
            <a:custGeom>
              <a:avLst/>
              <a:gdLst/>
              <a:ahLst/>
              <a:cxnLst/>
              <a:rect l="l" t="t" r="r" b="b"/>
              <a:pathLst>
                <a:path w="2709333" h="511941">
                  <a:moveTo>
                    <a:pt x="0" y="0"/>
                  </a:moveTo>
                  <a:lnTo>
                    <a:pt x="2709333" y="0"/>
                  </a:lnTo>
                  <a:lnTo>
                    <a:pt x="2709333" y="511941"/>
                  </a:lnTo>
                  <a:lnTo>
                    <a:pt x="0" y="511941"/>
                  </a:ln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09333" cy="53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0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0" y="7781400"/>
            <a:ext cx="7560000" cy="2910600"/>
          </a:xfrm>
          <a:custGeom>
            <a:avLst/>
            <a:gdLst/>
            <a:ahLst/>
            <a:cxnLst/>
            <a:rect l="l" t="t" r="r" b="b"/>
            <a:pathLst>
              <a:path w="7560000" h="2910600">
                <a:moveTo>
                  <a:pt x="0" y="2910600"/>
                </a:moveTo>
                <a:lnTo>
                  <a:pt x="7560000" y="2910600"/>
                </a:lnTo>
                <a:lnTo>
                  <a:pt x="7560000" y="0"/>
                </a:lnTo>
                <a:lnTo>
                  <a:pt x="0" y="0"/>
                </a:lnTo>
                <a:lnTo>
                  <a:pt x="0" y="2910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 flipV="1">
            <a:off x="734649" y="3766791"/>
            <a:ext cx="30876" cy="2016649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784575" y="5783440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784575" y="4470269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 flipV="1">
            <a:off x="5556879" y="3785610"/>
            <a:ext cx="0" cy="1532585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6804000" y="3776316"/>
            <a:ext cx="9525" cy="360586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734649" y="5280731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84575" y="4940378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672103" y="6994038"/>
            <a:ext cx="2131897" cy="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763475" y="3766791"/>
            <a:ext cx="6052101" cy="331095"/>
            <a:chOff x="0" y="0"/>
            <a:chExt cx="2785727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</p:sp>
      </p:grpSp>
      <p:sp>
        <p:nvSpPr>
          <p:cNvPr id="17" name="AutoShape 17"/>
          <p:cNvSpPr/>
          <p:nvPr/>
        </p:nvSpPr>
        <p:spPr>
          <a:xfrm>
            <a:off x="4657627" y="7382176"/>
            <a:ext cx="2155898" cy="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446944" y="9241594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6944" y="9610695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4"/>
                </a:lnTo>
                <a:lnTo>
                  <a:pt x="0" y="28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46944" y="9979795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10885" y="179020"/>
            <a:ext cx="1586165" cy="1102187"/>
          </a:xfrm>
          <a:custGeom>
            <a:avLst/>
            <a:gdLst/>
            <a:ahLst/>
            <a:cxnLst/>
            <a:rect l="l" t="t" r="r" b="b"/>
            <a:pathLst>
              <a:path w="1511497" h="1007035">
                <a:moveTo>
                  <a:pt x="0" y="0"/>
                </a:moveTo>
                <a:lnTo>
                  <a:pt x="1511498" y="0"/>
                </a:lnTo>
                <a:lnTo>
                  <a:pt x="1511498" y="1007035"/>
                </a:lnTo>
                <a:lnTo>
                  <a:pt x="0" y="1007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TextBox 22"/>
          <p:cNvSpPr txBox="1"/>
          <p:nvPr/>
        </p:nvSpPr>
        <p:spPr>
          <a:xfrm>
            <a:off x="4672103" y="274610"/>
            <a:ext cx="2641814" cy="70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</a:pPr>
            <a:r>
              <a:rPr lang="en-US" sz="3879" b="1">
                <a:solidFill>
                  <a:srgbClr val="A20D0D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0667" y="3865734"/>
            <a:ext cx="818884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NUMBER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65309" y="3865734"/>
            <a:ext cx="100107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39196" y="3814228"/>
            <a:ext cx="93213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AMOUNT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634" y="3814228"/>
            <a:ext cx="11974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DATE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65309" y="7027753"/>
            <a:ext cx="1321686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6"/>
              </a:lnSpc>
            </a:pPr>
            <a:r>
              <a:rPr lang="en-US" sz="1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41050" y="7027753"/>
            <a:ext cx="928423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"/>
              </a:lnSpc>
            </a:pPr>
            <a:r>
              <a:rPr lang="en-US" sz="1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$8,800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6634" y="4187444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17/03/2026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6634" y="4618878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17/03/2026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81406" y="4187444"/>
            <a:ext cx="1715035" cy="21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"/>
              </a:lnSpc>
            </a:pPr>
            <a:r>
              <a:rPr lang="en-US" sz="1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BILL/2026/03/0067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80358" y="4627432"/>
            <a:ext cx="1716084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DTB1/2026/00064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80729" y="4196969"/>
            <a:ext cx="788512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$ 16,500.00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80729" y="4628403"/>
            <a:ext cx="838437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- 2,700.00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07469" y="5480448"/>
            <a:ext cx="728806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$ 8,800.00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3320" y="5033674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23/03/2026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38035" y="5017037"/>
            <a:ext cx="1444149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PDTB1/2026/00001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80729" y="5059836"/>
            <a:ext cx="838437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- 5,000.00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0090" y="6541808"/>
            <a:ext cx="2371078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Method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525" y="2150620"/>
            <a:ext cx="3343739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RECEIPT: PDTB1/2026/00001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5525" y="2382394"/>
            <a:ext cx="308769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 spc="-3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Date: 23/03/2026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5525" y="2738240"/>
            <a:ext cx="2681423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Vendor:MARZIQ Company Ltd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5525" y="2946635"/>
            <a:ext cx="223234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Amount: $ 5,000.00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0797" y="6867081"/>
            <a:ext cx="21296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Memo: BILL/2026/03/0067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8114" y="9640261"/>
            <a:ext cx="2205872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info@tekaccess.rw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114" y="9271161"/>
            <a:ext cx="2106026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+250788326686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8114" y="10009361"/>
            <a:ext cx="2205872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 KG 599 </a:t>
            </a:r>
            <a:r>
              <a:rPr lang="en-US" sz="119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StGishushu</a:t>
            </a: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67"/>
              </a:lnSpc>
            </a:pP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730046" y="721096"/>
            <a:ext cx="1980765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4243" y="5437893"/>
            <a:ext cx="5078767" cy="20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  <a:spcBef>
                <a:spcPct val="0"/>
              </a:spcBef>
            </a:pPr>
            <a:r>
              <a:rPr lang="en-US" sz="12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Due Amount for BILL/2026/03/0067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90839" y="5088015"/>
            <a:ext cx="3965125" cy="19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4"/>
              </a:lnSpc>
              <a:spcBef>
                <a:spcPct val="0"/>
              </a:spcBef>
            </a:pPr>
            <a:r>
              <a:rPr lang="en-US" sz="1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BILL/2026/03/0067</a:t>
            </a:r>
          </a:p>
        </p:txBody>
      </p:sp>
      <p:sp>
        <p:nvSpPr>
          <p:cNvPr id="51" name="AutoShape 51"/>
          <p:cNvSpPr/>
          <p:nvPr/>
        </p:nvSpPr>
        <p:spPr>
          <a:xfrm flipH="1" flipV="1">
            <a:off x="2247007" y="3842815"/>
            <a:ext cx="8712" cy="1399163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 flipH="1" flipV="1">
            <a:off x="4080391" y="3752423"/>
            <a:ext cx="290" cy="147467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Poppins Bold</vt:lpstr>
      <vt:lpstr>Poppins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Professional Business Invoice</dc:title>
  <dc:creator>HP</dc:creator>
  <cp:lastModifiedBy>joy ntizimira</cp:lastModifiedBy>
  <cp:revision>7</cp:revision>
  <dcterms:created xsi:type="dcterms:W3CDTF">2006-08-16T00:00:00Z</dcterms:created>
  <dcterms:modified xsi:type="dcterms:W3CDTF">2026-03-25T10:46:30Z</dcterms:modified>
  <dc:identifier>DAHEq8MzyQ4</dc:identifier>
</cp:coreProperties>
</file>