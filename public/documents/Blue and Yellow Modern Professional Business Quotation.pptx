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7556500" cy="10693400"/>
  <p:notesSz cx="6858000" cy="9144000"/>
  <p:embeddedFontLst>
    <p:embeddedFont>
      <p:font typeface="Poppins" panose="00000500000000000000" pitchFamily="2" charset="0"/>
      <p:regular r:id="rId3"/>
    </p:embeddedFont>
    <p:embeddedFont>
      <p:font typeface="Poppins Bold" panose="00000800000000000000" charset="0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89" d="100"/>
          <a:sy n="89" d="100"/>
        </p:scale>
        <p:origin x="2688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font" Target="fonts/font1.fntdata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7560000" cy="1428498"/>
            <a:chOff x="0" y="0"/>
            <a:chExt cx="2709333" cy="51194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09333" cy="511941"/>
            </a:xfrm>
            <a:custGeom>
              <a:avLst/>
              <a:gdLst/>
              <a:ahLst/>
              <a:cxnLst/>
              <a:rect l="l" t="t" r="r" b="b"/>
              <a:pathLst>
                <a:path w="2709333" h="511941">
                  <a:moveTo>
                    <a:pt x="0" y="0"/>
                  </a:moveTo>
                  <a:lnTo>
                    <a:pt x="2709333" y="0"/>
                  </a:lnTo>
                  <a:lnTo>
                    <a:pt x="2709333" y="511941"/>
                  </a:lnTo>
                  <a:lnTo>
                    <a:pt x="0" y="511941"/>
                  </a:lnTo>
                  <a:close/>
                </a:path>
              </a:pathLst>
            </a:custGeom>
            <a:gradFill rotWithShape="1">
              <a:gsLst>
                <a:gs pos="0">
                  <a:srgbClr val="FEFFFF">
                    <a:alpha val="100000"/>
                  </a:srgbClr>
                </a:gs>
                <a:gs pos="100000">
                  <a:srgbClr val="C5C5C5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709333" cy="5309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0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flipV="1">
            <a:off x="0" y="8896116"/>
            <a:ext cx="7556500" cy="1797284"/>
          </a:xfrm>
          <a:custGeom>
            <a:avLst/>
            <a:gdLst/>
            <a:ahLst/>
            <a:cxnLst/>
            <a:rect l="l" t="t" r="r" b="b"/>
            <a:pathLst>
              <a:path w="7560000" h="2910600">
                <a:moveTo>
                  <a:pt x="0" y="2910600"/>
                </a:moveTo>
                <a:lnTo>
                  <a:pt x="7560000" y="2910600"/>
                </a:lnTo>
                <a:lnTo>
                  <a:pt x="7560000" y="0"/>
                </a:lnTo>
                <a:lnTo>
                  <a:pt x="0" y="0"/>
                </a:lnTo>
                <a:lnTo>
                  <a:pt x="0" y="29106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6" name="AutoShape 6"/>
          <p:cNvSpPr/>
          <p:nvPr/>
        </p:nvSpPr>
        <p:spPr>
          <a:xfrm flipV="1">
            <a:off x="763475" y="3766789"/>
            <a:ext cx="2050" cy="698001"/>
          </a:xfrm>
          <a:prstGeom prst="line">
            <a:avLst/>
          </a:prstGeom>
          <a:ln w="19050" cap="flat">
            <a:solidFill>
              <a:srgbClr val="4944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 flipV="1">
            <a:off x="763476" y="4450043"/>
            <a:ext cx="6051006" cy="14748"/>
          </a:xfrm>
          <a:prstGeom prst="line">
            <a:avLst/>
          </a:prstGeom>
          <a:ln w="9525" cap="flat">
            <a:solidFill>
              <a:srgbClr val="4944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0" name="AutoShape 10"/>
          <p:cNvSpPr/>
          <p:nvPr/>
        </p:nvSpPr>
        <p:spPr>
          <a:xfrm flipH="1" flipV="1">
            <a:off x="6803999" y="3776313"/>
            <a:ext cx="10482" cy="664207"/>
          </a:xfrm>
          <a:prstGeom prst="line">
            <a:avLst/>
          </a:prstGeom>
          <a:ln w="19050" cap="flat">
            <a:solidFill>
              <a:srgbClr val="4944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5" name="Group 15"/>
          <p:cNvGrpSpPr/>
          <p:nvPr/>
        </p:nvGrpSpPr>
        <p:grpSpPr>
          <a:xfrm>
            <a:off x="763475" y="3766791"/>
            <a:ext cx="6052101" cy="331095"/>
            <a:chOff x="0" y="0"/>
            <a:chExt cx="2785727" cy="1524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785727" cy="152400"/>
            </a:xfrm>
            <a:custGeom>
              <a:avLst/>
              <a:gdLst/>
              <a:ahLst/>
              <a:cxnLst/>
              <a:rect l="l" t="t" r="r" b="b"/>
              <a:pathLst>
                <a:path w="2785727" h="152400">
                  <a:moveTo>
                    <a:pt x="0" y="0"/>
                  </a:moveTo>
                  <a:lnTo>
                    <a:pt x="2785727" y="0"/>
                  </a:lnTo>
                  <a:lnTo>
                    <a:pt x="2785727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A20D0D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" name="Freeform 18"/>
          <p:cNvSpPr/>
          <p:nvPr/>
        </p:nvSpPr>
        <p:spPr>
          <a:xfrm>
            <a:off x="433518" y="9374181"/>
            <a:ext cx="287705" cy="287705"/>
          </a:xfrm>
          <a:custGeom>
            <a:avLst/>
            <a:gdLst/>
            <a:ahLst/>
            <a:cxnLst/>
            <a:rect l="l" t="t" r="r" b="b"/>
            <a:pathLst>
              <a:path w="287705" h="287705">
                <a:moveTo>
                  <a:pt x="0" y="0"/>
                </a:moveTo>
                <a:lnTo>
                  <a:pt x="287705" y="0"/>
                </a:lnTo>
                <a:lnTo>
                  <a:pt x="287705" y="287705"/>
                </a:lnTo>
                <a:lnTo>
                  <a:pt x="0" y="2877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>
            <a:off x="433519" y="9753057"/>
            <a:ext cx="287705" cy="287705"/>
          </a:xfrm>
          <a:custGeom>
            <a:avLst/>
            <a:gdLst/>
            <a:ahLst/>
            <a:cxnLst/>
            <a:rect l="l" t="t" r="r" b="b"/>
            <a:pathLst>
              <a:path w="287705" h="287705">
                <a:moveTo>
                  <a:pt x="0" y="0"/>
                </a:moveTo>
                <a:lnTo>
                  <a:pt x="287705" y="0"/>
                </a:lnTo>
                <a:lnTo>
                  <a:pt x="287705" y="287704"/>
                </a:lnTo>
                <a:lnTo>
                  <a:pt x="0" y="2877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20" name="Freeform 20"/>
          <p:cNvSpPr/>
          <p:nvPr/>
        </p:nvSpPr>
        <p:spPr>
          <a:xfrm>
            <a:off x="433519" y="10131933"/>
            <a:ext cx="287705" cy="287705"/>
          </a:xfrm>
          <a:custGeom>
            <a:avLst/>
            <a:gdLst/>
            <a:ahLst/>
            <a:cxnLst/>
            <a:rect l="l" t="t" r="r" b="b"/>
            <a:pathLst>
              <a:path w="287705" h="287705">
                <a:moveTo>
                  <a:pt x="0" y="0"/>
                </a:moveTo>
                <a:lnTo>
                  <a:pt x="287705" y="0"/>
                </a:lnTo>
                <a:lnTo>
                  <a:pt x="287705" y="287705"/>
                </a:lnTo>
                <a:lnTo>
                  <a:pt x="0" y="28770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/>
          <p:cNvSpPr/>
          <p:nvPr/>
        </p:nvSpPr>
        <p:spPr>
          <a:xfrm>
            <a:off x="210885" y="179020"/>
            <a:ext cx="1511497" cy="1007035"/>
          </a:xfrm>
          <a:custGeom>
            <a:avLst/>
            <a:gdLst/>
            <a:ahLst/>
            <a:cxnLst/>
            <a:rect l="l" t="t" r="r" b="b"/>
            <a:pathLst>
              <a:path w="1511497" h="1007035">
                <a:moveTo>
                  <a:pt x="0" y="0"/>
                </a:moveTo>
                <a:lnTo>
                  <a:pt x="1511498" y="0"/>
                </a:lnTo>
                <a:lnTo>
                  <a:pt x="1511498" y="1007035"/>
                </a:lnTo>
                <a:lnTo>
                  <a:pt x="0" y="100703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Box 25"/>
          <p:cNvSpPr txBox="1"/>
          <p:nvPr/>
        </p:nvSpPr>
        <p:spPr>
          <a:xfrm>
            <a:off x="5254503" y="3814228"/>
            <a:ext cx="1252452" cy="2065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b="1" dirty="0">
                <a:solidFill>
                  <a:srgbClr val="FAF8F8"/>
                </a:solidFill>
                <a:latin typeface="Poppins Bold"/>
                <a:ea typeface="Poppins Bold"/>
                <a:cs typeface="Poppins Bold"/>
                <a:sym typeface="Poppins Bold"/>
              </a:rPr>
              <a:t>Sales person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66634" y="3814228"/>
            <a:ext cx="1373586" cy="2065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200" b="1" dirty="0">
                <a:solidFill>
                  <a:srgbClr val="FAF8F8"/>
                </a:solidFill>
                <a:latin typeface="Poppins Bold"/>
                <a:ea typeface="Poppins Bold"/>
                <a:cs typeface="Poppins Bold"/>
                <a:sym typeface="Poppins Bold"/>
              </a:rPr>
              <a:t>Quotation Date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66634" y="4187444"/>
            <a:ext cx="1321686" cy="209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67"/>
              </a:lnSpc>
            </a:pPr>
            <a:r>
              <a:rPr lang="en-US" sz="11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25/03/2026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094614" y="4239141"/>
            <a:ext cx="1574627" cy="1849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389"/>
              </a:lnSpc>
            </a:pPr>
            <a:r>
              <a:rPr lang="en-US" sz="1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Richard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65525" y="2150620"/>
            <a:ext cx="3343739" cy="2315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819"/>
              </a:lnSpc>
              <a:spcBef>
                <a:spcPct val="0"/>
              </a:spcBef>
            </a:pPr>
            <a:r>
              <a:rPr lang="en-US" sz="2000" dirty="0">
                <a:solidFill>
                  <a:srgbClr val="C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Quotation # S00010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840385" y="9896910"/>
            <a:ext cx="2205872" cy="207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667"/>
              </a:lnSpc>
            </a:pPr>
            <a:r>
              <a:rPr lang="en-US" sz="119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info@tekaccess.rw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840385" y="9468499"/>
            <a:ext cx="2106026" cy="207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667"/>
              </a:lnSpc>
            </a:pPr>
            <a:r>
              <a:rPr lang="en-US" sz="119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+250788326686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823197" y="10207497"/>
            <a:ext cx="2205872" cy="4242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667"/>
              </a:lnSpc>
            </a:pPr>
            <a:r>
              <a:rPr lang="en-US" sz="119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13 KG 599 St </a:t>
            </a:r>
            <a:r>
              <a:rPr lang="en-US" sz="1191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Gishushu</a:t>
            </a:r>
            <a:endParaRPr lang="en-US" sz="1191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1667"/>
              </a:lnSpc>
            </a:pPr>
            <a:endParaRPr lang="en-US" sz="1191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8" name="TextBox 48"/>
          <p:cNvSpPr txBox="1"/>
          <p:nvPr/>
        </p:nvSpPr>
        <p:spPr>
          <a:xfrm>
            <a:off x="1730047" y="692557"/>
            <a:ext cx="1980765" cy="1384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900" dirty="0">
                <a:solidFill>
                  <a:schemeClr val="tx2">
                    <a:lumMod val="75000"/>
                  </a:schemeClr>
                </a:solidFill>
              </a:rPr>
              <a:t>“Built on trust. Delivered with Excellence.”</a:t>
            </a:r>
          </a:p>
        </p:txBody>
      </p:sp>
      <p:sp>
        <p:nvSpPr>
          <p:cNvPr id="51" name="AutoShape 51"/>
          <p:cNvSpPr/>
          <p:nvPr/>
        </p:nvSpPr>
        <p:spPr>
          <a:xfrm flipH="1" flipV="1">
            <a:off x="2657270" y="3782780"/>
            <a:ext cx="20006" cy="682010"/>
          </a:xfrm>
          <a:prstGeom prst="line">
            <a:avLst/>
          </a:prstGeom>
          <a:ln w="19050" cap="flat">
            <a:solidFill>
              <a:srgbClr val="4944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52" name="AutoShape 52"/>
          <p:cNvSpPr/>
          <p:nvPr/>
        </p:nvSpPr>
        <p:spPr>
          <a:xfrm flipH="1" flipV="1">
            <a:off x="4640461" y="3806061"/>
            <a:ext cx="20006" cy="664207"/>
          </a:xfrm>
          <a:prstGeom prst="line">
            <a:avLst/>
          </a:prstGeom>
          <a:ln w="19050" cap="flat">
            <a:solidFill>
              <a:srgbClr val="4944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53" name="Group 15">
            <a:extLst>
              <a:ext uri="{FF2B5EF4-FFF2-40B4-BE49-F238E27FC236}">
                <a16:creationId xmlns:a16="http://schemas.microsoft.com/office/drawing/2014/main" id="{38752301-8CB6-A999-5E4C-1957D0ACA576}"/>
              </a:ext>
            </a:extLst>
          </p:cNvPr>
          <p:cNvGrpSpPr/>
          <p:nvPr/>
        </p:nvGrpSpPr>
        <p:grpSpPr>
          <a:xfrm>
            <a:off x="770061" y="5469570"/>
            <a:ext cx="6124733" cy="365103"/>
            <a:chOff x="10269" y="-12359"/>
            <a:chExt cx="2785727" cy="152400"/>
          </a:xfrm>
        </p:grpSpPr>
        <p:sp>
          <p:nvSpPr>
            <p:cNvPr id="54" name="Freeform 16">
              <a:extLst>
                <a:ext uri="{FF2B5EF4-FFF2-40B4-BE49-F238E27FC236}">
                  <a16:creationId xmlns:a16="http://schemas.microsoft.com/office/drawing/2014/main" id="{50FD84E2-6639-8145-BEBC-6567FF9E8A79}"/>
                </a:ext>
              </a:extLst>
            </p:cNvPr>
            <p:cNvSpPr/>
            <p:nvPr/>
          </p:nvSpPr>
          <p:spPr>
            <a:xfrm>
              <a:off x="10269" y="-12359"/>
              <a:ext cx="2785727" cy="152400"/>
            </a:xfrm>
            <a:custGeom>
              <a:avLst/>
              <a:gdLst/>
              <a:ahLst/>
              <a:cxnLst/>
              <a:rect l="l" t="t" r="r" b="b"/>
              <a:pathLst>
                <a:path w="2785727" h="152400">
                  <a:moveTo>
                    <a:pt x="0" y="0"/>
                  </a:moveTo>
                  <a:lnTo>
                    <a:pt x="2785727" y="0"/>
                  </a:lnTo>
                  <a:lnTo>
                    <a:pt x="2785727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A20D0D"/>
            </a:solidFill>
          </p:spPr>
          <p:txBody>
            <a:bodyPr/>
            <a:lstStyle/>
            <a:p>
              <a:r>
                <a:rPr lang="en-US" dirty="0">
                  <a:solidFill>
                    <a:schemeClr val="bg1"/>
                  </a:solidFill>
                </a:rPr>
                <a:t>Description               Quantity                 Unit price          Amount</a:t>
              </a:r>
            </a:p>
          </p:txBody>
        </p: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F7DEEDF5-AD88-68D0-6BBB-1DC3FCB8E693}"/>
              </a:ext>
            </a:extLst>
          </p:cNvPr>
          <p:cNvSpPr txBox="1"/>
          <p:nvPr/>
        </p:nvSpPr>
        <p:spPr>
          <a:xfrm>
            <a:off x="3005024" y="3754534"/>
            <a:ext cx="15821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Expiration</a:t>
            </a:r>
            <a:r>
              <a:rPr lang="en-US" dirty="0"/>
              <a:t> 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3553181-5EF6-B7DC-D92A-AB03DCE444F0}"/>
              </a:ext>
            </a:extLst>
          </p:cNvPr>
          <p:cNvSpPr txBox="1"/>
          <p:nvPr/>
        </p:nvSpPr>
        <p:spPr>
          <a:xfrm>
            <a:off x="2909057" y="4148788"/>
            <a:ext cx="12002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24/04/2026</a:t>
            </a:r>
          </a:p>
        </p:txBody>
      </p:sp>
      <p:sp>
        <p:nvSpPr>
          <p:cNvPr id="59" name="AutoShape 10">
            <a:extLst>
              <a:ext uri="{FF2B5EF4-FFF2-40B4-BE49-F238E27FC236}">
                <a16:creationId xmlns:a16="http://schemas.microsoft.com/office/drawing/2014/main" id="{AF6198F4-29A8-BBCF-1F8A-BA4B9FFAC79C}"/>
              </a:ext>
            </a:extLst>
          </p:cNvPr>
          <p:cNvSpPr/>
          <p:nvPr/>
        </p:nvSpPr>
        <p:spPr>
          <a:xfrm flipV="1">
            <a:off x="6884312" y="5834672"/>
            <a:ext cx="0" cy="631543"/>
          </a:xfrm>
          <a:prstGeom prst="line">
            <a:avLst/>
          </a:prstGeom>
          <a:ln w="19050" cap="flat">
            <a:solidFill>
              <a:srgbClr val="4944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60" name="AutoShape 10">
            <a:extLst>
              <a:ext uri="{FF2B5EF4-FFF2-40B4-BE49-F238E27FC236}">
                <a16:creationId xmlns:a16="http://schemas.microsoft.com/office/drawing/2014/main" id="{2B19D271-2C33-3627-C25B-F71244664B0E}"/>
              </a:ext>
            </a:extLst>
          </p:cNvPr>
          <p:cNvSpPr/>
          <p:nvPr/>
        </p:nvSpPr>
        <p:spPr>
          <a:xfrm flipV="1">
            <a:off x="5607047" y="5482517"/>
            <a:ext cx="1" cy="983700"/>
          </a:xfrm>
          <a:prstGeom prst="line">
            <a:avLst/>
          </a:prstGeom>
          <a:ln w="19050" cap="flat">
            <a:solidFill>
              <a:srgbClr val="4944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1" name="AutoShape 10">
            <a:extLst>
              <a:ext uri="{FF2B5EF4-FFF2-40B4-BE49-F238E27FC236}">
                <a16:creationId xmlns:a16="http://schemas.microsoft.com/office/drawing/2014/main" id="{13610F52-198D-6B64-9BA2-017577046ACD}"/>
              </a:ext>
            </a:extLst>
          </p:cNvPr>
          <p:cNvSpPr/>
          <p:nvPr/>
        </p:nvSpPr>
        <p:spPr>
          <a:xfrm flipH="1" flipV="1">
            <a:off x="4098781" y="5464091"/>
            <a:ext cx="10474" cy="1004761"/>
          </a:xfrm>
          <a:prstGeom prst="line">
            <a:avLst/>
          </a:prstGeom>
          <a:ln w="19050" cap="flat">
            <a:solidFill>
              <a:srgbClr val="4944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2" name="AutoShape 10">
            <a:extLst>
              <a:ext uri="{FF2B5EF4-FFF2-40B4-BE49-F238E27FC236}">
                <a16:creationId xmlns:a16="http://schemas.microsoft.com/office/drawing/2014/main" id="{A9BDDAB8-9E62-6642-584B-61E178EA2658}"/>
              </a:ext>
            </a:extLst>
          </p:cNvPr>
          <p:cNvSpPr/>
          <p:nvPr/>
        </p:nvSpPr>
        <p:spPr>
          <a:xfrm flipH="1" flipV="1">
            <a:off x="2382745" y="5487280"/>
            <a:ext cx="10474" cy="1004761"/>
          </a:xfrm>
          <a:prstGeom prst="line">
            <a:avLst/>
          </a:prstGeom>
          <a:ln w="19050" cap="flat">
            <a:solidFill>
              <a:srgbClr val="4944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3" name="AutoShape 10">
            <a:extLst>
              <a:ext uri="{FF2B5EF4-FFF2-40B4-BE49-F238E27FC236}">
                <a16:creationId xmlns:a16="http://schemas.microsoft.com/office/drawing/2014/main" id="{8A74D12E-7FFB-4678-AC02-82FE0661B37D}"/>
              </a:ext>
            </a:extLst>
          </p:cNvPr>
          <p:cNvSpPr/>
          <p:nvPr/>
        </p:nvSpPr>
        <p:spPr>
          <a:xfrm flipH="1" flipV="1">
            <a:off x="787002" y="5804646"/>
            <a:ext cx="10482" cy="664207"/>
          </a:xfrm>
          <a:prstGeom prst="line">
            <a:avLst/>
          </a:prstGeom>
          <a:ln w="19050" cap="flat">
            <a:solidFill>
              <a:srgbClr val="4944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3CA93E5-D5D2-B517-45F8-30D927C1E382}"/>
              </a:ext>
            </a:extLst>
          </p:cNvPr>
          <p:cNvSpPr txBox="1"/>
          <p:nvPr/>
        </p:nvSpPr>
        <p:spPr>
          <a:xfrm>
            <a:off x="808283" y="5871991"/>
            <a:ext cx="11202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Black coal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75CE8E6-64EE-7012-0A06-8F42D6B1E1CA}"/>
              </a:ext>
            </a:extLst>
          </p:cNvPr>
          <p:cNvSpPr txBox="1"/>
          <p:nvPr/>
        </p:nvSpPr>
        <p:spPr>
          <a:xfrm>
            <a:off x="2382747" y="5881634"/>
            <a:ext cx="10644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1.00 unit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3820F17-FCA4-A9FD-4B58-B63815ED3D25}"/>
              </a:ext>
            </a:extLst>
          </p:cNvPr>
          <p:cNvSpPr txBox="1"/>
          <p:nvPr/>
        </p:nvSpPr>
        <p:spPr>
          <a:xfrm>
            <a:off x="4109264" y="5877212"/>
            <a:ext cx="985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300 RF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F54C32F-8565-FE92-EDCF-3B66B25CD9BC}"/>
              </a:ext>
            </a:extLst>
          </p:cNvPr>
          <p:cNvSpPr txBox="1"/>
          <p:nvPr/>
        </p:nvSpPr>
        <p:spPr>
          <a:xfrm>
            <a:off x="5667913" y="5881634"/>
            <a:ext cx="9349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300 RF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7A12C49-0ED0-2157-4DEE-5835D24DE2E6}"/>
              </a:ext>
            </a:extLst>
          </p:cNvPr>
          <p:cNvSpPr txBox="1"/>
          <p:nvPr/>
        </p:nvSpPr>
        <p:spPr>
          <a:xfrm>
            <a:off x="3117620" y="6789997"/>
            <a:ext cx="37771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Total                                         300 RF</a:t>
            </a:r>
          </a:p>
        </p:txBody>
      </p:sp>
      <p:sp>
        <p:nvSpPr>
          <p:cNvPr id="76" name="AutoShape 8">
            <a:extLst>
              <a:ext uri="{FF2B5EF4-FFF2-40B4-BE49-F238E27FC236}">
                <a16:creationId xmlns:a16="http://schemas.microsoft.com/office/drawing/2014/main" id="{EA8DE189-E782-2C80-78EB-DD9ED47FA425}"/>
              </a:ext>
            </a:extLst>
          </p:cNvPr>
          <p:cNvSpPr/>
          <p:nvPr/>
        </p:nvSpPr>
        <p:spPr>
          <a:xfrm flipV="1">
            <a:off x="797483" y="6436179"/>
            <a:ext cx="6076347" cy="30039"/>
          </a:xfrm>
          <a:prstGeom prst="line">
            <a:avLst/>
          </a:prstGeom>
          <a:ln w="9525" cap="flat">
            <a:solidFill>
              <a:srgbClr val="4944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48</Words>
  <Application>Microsoft Office PowerPoint</Application>
  <PresentationFormat>Custom</PresentationFormat>
  <Paragraphs>17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Poppins</vt:lpstr>
      <vt:lpstr>Arial</vt:lpstr>
      <vt:lpstr>Calibri</vt:lpstr>
      <vt:lpstr>Poppins Bold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Yellow Modern Professional Business Invoice</dc:title>
  <dc:creator>HP</dc:creator>
  <cp:lastModifiedBy>joy ntizimira</cp:lastModifiedBy>
  <cp:revision>5</cp:revision>
  <dcterms:created xsi:type="dcterms:W3CDTF">2006-08-16T00:00:00Z</dcterms:created>
  <dcterms:modified xsi:type="dcterms:W3CDTF">2026-03-25T13:51:15Z</dcterms:modified>
  <dc:identifier>DAHEq8MzyQ4</dc:identifier>
</cp:coreProperties>
</file>