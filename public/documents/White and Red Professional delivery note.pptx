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7556500" cy="10693400"/>
  <p:notesSz cx="6858000" cy="9144000"/>
  <p:embeddedFontLst>
    <p:embeddedFont>
      <p:font typeface="DM Sans" pitchFamily="2" charset="0"/>
      <p:regular r:id="rId4"/>
      <p:bold r:id="rId5"/>
    </p:embeddedFont>
    <p:embeddedFont>
      <p:font typeface="DM Sans Bold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0522F-F7AB-4038-BB62-AD5BF4E8BEF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C89FC-A599-4EEF-8147-72621229A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3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6C89FC-A599-4EEF-8147-72621229AA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83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66725" y="9519214"/>
            <a:ext cx="202347" cy="202347"/>
          </a:xfrm>
          <a:custGeom>
            <a:avLst/>
            <a:gdLst/>
            <a:ahLst/>
            <a:cxnLst/>
            <a:rect l="l" t="t" r="r" b="b"/>
            <a:pathLst>
              <a:path w="202347" h="202347">
                <a:moveTo>
                  <a:pt x="0" y="0"/>
                </a:moveTo>
                <a:lnTo>
                  <a:pt x="202347" y="0"/>
                </a:lnTo>
                <a:lnTo>
                  <a:pt x="202347" y="202347"/>
                </a:lnTo>
                <a:lnTo>
                  <a:pt x="0" y="2023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1466" y="9549209"/>
            <a:ext cx="187204" cy="184822"/>
          </a:xfrm>
          <a:custGeom>
            <a:avLst/>
            <a:gdLst/>
            <a:ahLst/>
            <a:cxnLst/>
            <a:rect l="l" t="t" r="r" b="b"/>
            <a:pathLst>
              <a:path w="187204" h="184822">
                <a:moveTo>
                  <a:pt x="0" y="0"/>
                </a:moveTo>
                <a:lnTo>
                  <a:pt x="187205" y="0"/>
                </a:lnTo>
                <a:lnTo>
                  <a:pt x="187205" y="184822"/>
                </a:lnTo>
                <a:lnTo>
                  <a:pt x="0" y="184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32660" y="9440227"/>
            <a:ext cx="249688" cy="277431"/>
          </a:xfrm>
          <a:custGeom>
            <a:avLst/>
            <a:gdLst/>
            <a:ahLst/>
            <a:cxnLst/>
            <a:rect l="l" t="t" r="r" b="b"/>
            <a:pathLst>
              <a:path w="249688" h="277431">
                <a:moveTo>
                  <a:pt x="0" y="0"/>
                </a:moveTo>
                <a:lnTo>
                  <a:pt x="249687" y="0"/>
                </a:lnTo>
                <a:lnTo>
                  <a:pt x="249687" y="277431"/>
                </a:lnTo>
                <a:lnTo>
                  <a:pt x="0" y="2774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78750" y="9397164"/>
            <a:ext cx="6048008" cy="9525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2" name="Group 12"/>
          <p:cNvGrpSpPr/>
          <p:nvPr/>
        </p:nvGrpSpPr>
        <p:grpSpPr>
          <a:xfrm>
            <a:off x="778253" y="4783293"/>
            <a:ext cx="502914" cy="1696410"/>
            <a:chOff x="0" y="0"/>
            <a:chExt cx="180233" cy="6426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233" cy="642612"/>
            </a:xfrm>
            <a:custGeom>
              <a:avLst/>
              <a:gdLst/>
              <a:ahLst/>
              <a:cxnLst/>
              <a:rect l="l" t="t" r="r" b="b"/>
              <a:pathLst>
                <a:path w="180233" h="642612">
                  <a:moveTo>
                    <a:pt x="0" y="0"/>
                  </a:moveTo>
                  <a:lnTo>
                    <a:pt x="180233" y="0"/>
                  </a:lnTo>
                  <a:lnTo>
                    <a:pt x="180233" y="642612"/>
                  </a:lnTo>
                  <a:lnTo>
                    <a:pt x="0" y="642612"/>
                  </a:lnTo>
                  <a:close/>
                </a:path>
              </a:pathLst>
            </a:custGeom>
            <a:solidFill>
              <a:srgbClr val="060B3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0233" cy="680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3948173" y="1846647"/>
            <a:ext cx="502914" cy="5766815"/>
            <a:chOff x="0" y="0"/>
            <a:chExt cx="180233" cy="20666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233" cy="2066696"/>
            </a:xfrm>
            <a:custGeom>
              <a:avLst/>
              <a:gdLst/>
              <a:ahLst/>
              <a:cxnLst/>
              <a:rect l="l" t="t" r="r" b="b"/>
              <a:pathLst>
                <a:path w="180233" h="2066696">
                  <a:moveTo>
                    <a:pt x="0" y="0"/>
                  </a:moveTo>
                  <a:lnTo>
                    <a:pt x="180233" y="0"/>
                  </a:lnTo>
                  <a:lnTo>
                    <a:pt x="180233" y="2066696"/>
                  </a:lnTo>
                  <a:lnTo>
                    <a:pt x="0" y="2066696"/>
                  </a:lnTo>
                  <a:close/>
                </a:path>
              </a:pathLst>
            </a:custGeom>
            <a:solidFill>
              <a:srgbClr val="060B3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0233" cy="2104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" y="4428103"/>
            <a:ext cx="3373799" cy="627102"/>
            <a:chOff x="0" y="0"/>
            <a:chExt cx="2263964" cy="37294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63964" cy="372947"/>
            </a:xfrm>
            <a:custGeom>
              <a:avLst/>
              <a:gdLst/>
              <a:ahLst/>
              <a:cxnLst/>
              <a:rect l="l" t="t" r="r" b="b"/>
              <a:pathLst>
                <a:path w="2263964" h="372947">
                  <a:moveTo>
                    <a:pt x="2060764" y="0"/>
                  </a:moveTo>
                  <a:lnTo>
                    <a:pt x="0" y="0"/>
                  </a:lnTo>
                  <a:lnTo>
                    <a:pt x="0" y="372947"/>
                  </a:lnTo>
                  <a:lnTo>
                    <a:pt x="2060764" y="372947"/>
                  </a:lnTo>
                  <a:lnTo>
                    <a:pt x="2263964" y="186474"/>
                  </a:lnTo>
                  <a:lnTo>
                    <a:pt x="206076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p:spPr>
          <p:txBody>
            <a:bodyPr/>
            <a:lstStyle/>
            <a:p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49664" cy="41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768593" y="5360317"/>
            <a:ext cx="6038098" cy="1517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V="1">
            <a:off x="838014" y="5700488"/>
            <a:ext cx="5964158" cy="8228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 flipV="1">
            <a:off x="807463" y="6034677"/>
            <a:ext cx="6188321" cy="2789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542570" y="154014"/>
            <a:ext cx="2309994" cy="1539033"/>
          </a:xfrm>
          <a:custGeom>
            <a:avLst/>
            <a:gdLst/>
            <a:ahLst/>
            <a:cxnLst/>
            <a:rect l="l" t="t" r="r" b="b"/>
            <a:pathLst>
              <a:path w="2309994" h="1539033">
                <a:moveTo>
                  <a:pt x="0" y="0"/>
                </a:moveTo>
                <a:lnTo>
                  <a:pt x="2309994" y="0"/>
                </a:lnTo>
                <a:lnTo>
                  <a:pt x="2309994" y="1539033"/>
                </a:lnTo>
                <a:lnTo>
                  <a:pt x="0" y="15390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479782" y="4587899"/>
            <a:ext cx="1472151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74401" y="4609842"/>
            <a:ext cx="1116628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Quantity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4044" y="4609842"/>
            <a:ext cx="756323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Unit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0678" y="5087157"/>
            <a:ext cx="1472151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Office chairs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24878" y="5074989"/>
            <a:ext cx="392286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29699" y="5063219"/>
            <a:ext cx="928354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psc</a:t>
            </a:r>
            <a:endParaRPr lang="en-US" sz="1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172283" y="5422149"/>
            <a:ext cx="1915810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Office Desks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53837" y="5767855"/>
            <a:ext cx="1480476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Filing Cabinets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024878" y="5420367"/>
            <a:ext cx="392286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025012" y="5782455"/>
            <a:ext cx="392286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29699" y="5393008"/>
            <a:ext cx="928354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psc</a:t>
            </a:r>
            <a:endParaRPr lang="en-US" sz="1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629699" y="5767855"/>
            <a:ext cx="928354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psc</a:t>
            </a:r>
            <a:endParaRPr lang="en-US" sz="16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299710" y="6485954"/>
            <a:ext cx="1279812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items: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99151" y="6503819"/>
            <a:ext cx="1064168" cy="27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7893" y="7796544"/>
            <a:ext cx="3878143" cy="306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600" b="1" dirty="0">
                <a:solidFill>
                  <a:srgbClr val="C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Delivery method: 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DM Sans Bold"/>
                <a:ea typeface="DM Sans Bold"/>
                <a:cs typeface="DM Sans Bold"/>
                <a:sym typeface="DM Sans Bold"/>
              </a:rPr>
              <a:t>company trucks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4089" y="8171015"/>
            <a:ext cx="2335000" cy="29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Drivers name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46995" y="9059153"/>
            <a:ext cx="2882263" cy="23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Thank you for your choosing us!!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507007" y="1505068"/>
            <a:ext cx="2506557" cy="241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554"/>
              </a:lnSpc>
            </a:pPr>
            <a:r>
              <a:rPr lang="en-US" sz="2400" spc="39" dirty="0">
                <a:solidFill>
                  <a:srgbClr val="C00000"/>
                </a:solidFill>
                <a:latin typeface="DM Sans"/>
                <a:ea typeface="DM Sans"/>
                <a:cs typeface="DM Sans"/>
                <a:sym typeface="DM Sans"/>
              </a:rPr>
              <a:t>DELIVERY NOTE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88625" y="9544858"/>
            <a:ext cx="1288732" cy="17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+250788326686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976841" y="9546842"/>
            <a:ext cx="1962775" cy="17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info@tekaccess.rw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21089" y="9523118"/>
            <a:ext cx="1242230" cy="19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lang="en-US" sz="111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@tekaccess.rw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68593" y="4572709"/>
            <a:ext cx="465348" cy="27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04401" y="5081436"/>
            <a:ext cx="343957" cy="27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14089" y="5428121"/>
            <a:ext cx="375973" cy="27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39747" y="5782496"/>
            <a:ext cx="337120" cy="273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84679" y="1962932"/>
            <a:ext cx="1409396" cy="19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lang="en-US" sz="1110" spc="3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DELIVERY NOTE</a:t>
            </a:r>
          </a:p>
        </p:txBody>
      </p:sp>
      <p:sp>
        <p:nvSpPr>
          <p:cNvPr id="61" name="Freeform 61"/>
          <p:cNvSpPr/>
          <p:nvPr/>
        </p:nvSpPr>
        <p:spPr>
          <a:xfrm>
            <a:off x="0" y="9899512"/>
            <a:ext cx="7556500" cy="807841"/>
          </a:xfrm>
          <a:custGeom>
            <a:avLst/>
            <a:gdLst/>
            <a:ahLst/>
            <a:cxnLst/>
            <a:rect l="l" t="t" r="r" b="b"/>
            <a:pathLst>
              <a:path w="7823324" h="1186537">
                <a:moveTo>
                  <a:pt x="0" y="0"/>
                </a:moveTo>
                <a:lnTo>
                  <a:pt x="7823324" y="0"/>
                </a:lnTo>
                <a:lnTo>
                  <a:pt x="7823324" y="1186537"/>
                </a:lnTo>
                <a:lnTo>
                  <a:pt x="0" y="11865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65" name="Group 18">
            <a:extLst>
              <a:ext uri="{FF2B5EF4-FFF2-40B4-BE49-F238E27FC236}">
                <a16:creationId xmlns:a16="http://schemas.microsoft.com/office/drawing/2014/main" id="{09778837-05EA-EEAF-05D6-020B035F4940}"/>
              </a:ext>
            </a:extLst>
          </p:cNvPr>
          <p:cNvGrpSpPr/>
          <p:nvPr/>
        </p:nvGrpSpPr>
        <p:grpSpPr>
          <a:xfrm>
            <a:off x="3561" y="2233828"/>
            <a:ext cx="3370237" cy="500536"/>
            <a:chOff x="-14182" y="-38100"/>
            <a:chExt cx="2263964" cy="411047"/>
          </a:xfrm>
        </p:grpSpPr>
        <p:sp>
          <p:nvSpPr>
            <p:cNvPr id="66" name="Freeform 19">
              <a:extLst>
                <a:ext uri="{FF2B5EF4-FFF2-40B4-BE49-F238E27FC236}">
                  <a16:creationId xmlns:a16="http://schemas.microsoft.com/office/drawing/2014/main" id="{EE9B1190-7E23-884F-5F38-1CBB12D0D26B}"/>
                </a:ext>
              </a:extLst>
            </p:cNvPr>
            <p:cNvSpPr/>
            <p:nvPr/>
          </p:nvSpPr>
          <p:spPr>
            <a:xfrm>
              <a:off x="-14182" y="-24752"/>
              <a:ext cx="2263964" cy="372947"/>
            </a:xfrm>
            <a:custGeom>
              <a:avLst/>
              <a:gdLst/>
              <a:ahLst/>
              <a:cxnLst/>
              <a:rect l="l" t="t" r="r" b="b"/>
              <a:pathLst>
                <a:path w="2263964" h="372947">
                  <a:moveTo>
                    <a:pt x="2060764" y="0"/>
                  </a:moveTo>
                  <a:lnTo>
                    <a:pt x="0" y="0"/>
                  </a:lnTo>
                  <a:lnTo>
                    <a:pt x="0" y="372947"/>
                  </a:lnTo>
                  <a:lnTo>
                    <a:pt x="2060764" y="372947"/>
                  </a:lnTo>
                  <a:lnTo>
                    <a:pt x="2263964" y="186474"/>
                  </a:lnTo>
                  <a:lnTo>
                    <a:pt x="206076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p:spPr>
          <p:txBody>
            <a:bodyPr/>
            <a:lstStyle/>
            <a:p>
              <a:r>
                <a:rPr lang="en-US" dirty="0">
                  <a:solidFill>
                    <a:schemeClr val="bg1"/>
                  </a:solidFill>
                </a:rPr>
                <a:t>              Delivery note n00067</a:t>
              </a:r>
            </a:p>
          </p:txBody>
        </p:sp>
        <p:sp>
          <p:nvSpPr>
            <p:cNvPr id="67" name="TextBox 20">
              <a:extLst>
                <a:ext uri="{FF2B5EF4-FFF2-40B4-BE49-F238E27FC236}">
                  <a16:creationId xmlns:a16="http://schemas.microsoft.com/office/drawing/2014/main" id="{B7C7C9C2-081B-DD06-9B05-B2224FE0E454}"/>
                </a:ext>
              </a:extLst>
            </p:cNvPr>
            <p:cNvSpPr txBox="1"/>
            <p:nvPr/>
          </p:nvSpPr>
          <p:spPr>
            <a:xfrm>
              <a:off x="0" y="-38100"/>
              <a:ext cx="2149664" cy="411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67BC9273-7078-9B62-125F-CD31957A630D}"/>
              </a:ext>
            </a:extLst>
          </p:cNvPr>
          <p:cNvSpPr txBox="1"/>
          <p:nvPr/>
        </p:nvSpPr>
        <p:spPr>
          <a:xfrm>
            <a:off x="723228" y="8471628"/>
            <a:ext cx="3914078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Received By:</a:t>
            </a:r>
            <a:r>
              <a:rPr lang="en-US" sz="1400" dirty="0"/>
              <a:t> ________________________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0DC6AE-AB5E-E0CF-BD5A-F7B64EC7575D}"/>
              </a:ext>
            </a:extLst>
          </p:cNvPr>
          <p:cNvSpPr txBox="1"/>
          <p:nvPr/>
        </p:nvSpPr>
        <p:spPr>
          <a:xfrm>
            <a:off x="80451" y="3899188"/>
            <a:ext cx="2630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           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Items delivered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68D00F-5A92-BDCA-8CA4-7C77CB37CD36}"/>
              </a:ext>
            </a:extLst>
          </p:cNvPr>
          <p:cNvSpPr txBox="1"/>
          <p:nvPr/>
        </p:nvSpPr>
        <p:spPr>
          <a:xfrm>
            <a:off x="196850" y="2809252"/>
            <a:ext cx="546719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            </a:t>
            </a:r>
            <a:r>
              <a:rPr lang="en-US" sz="1300" dirty="0">
                <a:solidFill>
                  <a:schemeClr val="bg2">
                    <a:lumMod val="10000"/>
                  </a:schemeClr>
                </a:solidFill>
              </a:rPr>
              <a:t>Date: </a:t>
            </a:r>
            <a:r>
              <a:rPr lang="en-US" sz="1300" dirty="0"/>
              <a:t>26 March 2026</a:t>
            </a:r>
          </a:p>
          <a:p>
            <a:r>
              <a:rPr lang="en-US" sz="1300" dirty="0"/>
              <a:t>               Customer Name: XYZ           </a:t>
            </a:r>
          </a:p>
          <a:p>
            <a:r>
              <a:rPr lang="en-US" sz="1300" dirty="0"/>
              <a:t>               Enterprises Delivery Address: 45 Commerce Avenue, Kigali, Rwanda </a:t>
            </a:r>
          </a:p>
          <a:p>
            <a:r>
              <a:rPr lang="en-US" sz="1300" dirty="0"/>
              <a:t>               Contact: +250 788 123 456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FCB175-8574-A1BC-62C1-0306A3F67DC1}"/>
              </a:ext>
            </a:extLst>
          </p:cNvPr>
          <p:cNvSpPr txBox="1"/>
          <p:nvPr/>
        </p:nvSpPr>
        <p:spPr>
          <a:xfrm>
            <a:off x="4307761" y="8183511"/>
            <a:ext cx="37969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Date:</a:t>
            </a:r>
            <a:r>
              <a:rPr lang="en-US" sz="1600" dirty="0"/>
              <a:t>________________________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9457B9-D7CF-ABF5-2FC7-0F8AC93F882E}"/>
              </a:ext>
            </a:extLst>
          </p:cNvPr>
          <p:cNvSpPr txBox="1"/>
          <p:nvPr/>
        </p:nvSpPr>
        <p:spPr>
          <a:xfrm>
            <a:off x="4226915" y="8572856"/>
            <a:ext cx="39586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Signature:</a:t>
            </a:r>
            <a:r>
              <a:rPr lang="en-US" sz="1600" dirty="0"/>
              <a:t>____________________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362CE6-9EAA-BE5B-3503-45D9AB5B82EE}"/>
              </a:ext>
            </a:extLst>
          </p:cNvPr>
          <p:cNvSpPr txBox="1"/>
          <p:nvPr/>
        </p:nvSpPr>
        <p:spPr>
          <a:xfrm>
            <a:off x="2706894" y="928934"/>
            <a:ext cx="3807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“Built on trust. Delivered with Excellence.”</a:t>
            </a:r>
          </a:p>
          <a:p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5B17D4-AD43-14FD-6538-5DA7D6AEDF44}"/>
              </a:ext>
            </a:extLst>
          </p:cNvPr>
          <p:cNvSpPr txBox="1"/>
          <p:nvPr/>
        </p:nvSpPr>
        <p:spPr>
          <a:xfrm>
            <a:off x="1726766" y="8139297"/>
            <a:ext cx="250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   _________________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EAA1D1-D931-5FB3-3CD6-DFFC65F705F2}"/>
              </a:ext>
            </a:extLst>
          </p:cNvPr>
          <p:cNvSpPr txBox="1"/>
          <p:nvPr/>
        </p:nvSpPr>
        <p:spPr>
          <a:xfrm>
            <a:off x="706143" y="6931353"/>
            <a:ext cx="5488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Remarks</a:t>
            </a:r>
          </a:p>
          <a:p>
            <a:r>
              <a:rPr lang="en-US" sz="1200" dirty="0"/>
              <a:t>All goods delivered in good condition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122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DM Sans Bold</vt:lpstr>
      <vt:lpstr>DM Sans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Red Professional Invoice</dc:title>
  <dc:creator>HP</dc:creator>
  <cp:lastModifiedBy>joy ntizimira</cp:lastModifiedBy>
  <cp:revision>7</cp:revision>
  <dcterms:created xsi:type="dcterms:W3CDTF">2006-08-16T00:00:00Z</dcterms:created>
  <dcterms:modified xsi:type="dcterms:W3CDTF">2026-03-26T14:21:45Z</dcterms:modified>
  <dc:identifier>DAHEqxkfs48</dc:identifier>
</cp:coreProperties>
</file>